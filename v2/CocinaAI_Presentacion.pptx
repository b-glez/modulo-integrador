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B5722A"/>
          </a:solidFill>
          <a:ln w="12700">
            <a:solidFill>
              <a:srgbClr val="B57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64008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dirty="0">
                <a:solidFill>
                  <a:srgbClr val="000000"/>
                </a:solidFill>
              </a:rPr>
              <a:t>🌮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3200400" y="82296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CocinaAI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3200400" y="20116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4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Recetas mexicanas con inteligencia artificial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2697480"/>
            <a:ext cx="5029200" cy="36576"/>
          </a:xfrm>
          <a:prstGeom prst="rect">
            <a:avLst/>
          </a:prstGeom>
          <a:solidFill>
            <a:srgbClr val="B5722A"/>
          </a:solidFill>
          <a:ln w="12700">
            <a:solidFill>
              <a:srgbClr val="B572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28803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6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Diplomado en Ciencia de Datos  Modulo 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4206240"/>
            <a:ext cx="1234440" cy="365760"/>
          </a:xfrm>
          <a:prstGeom prst="rect">
            <a:avLst/>
          </a:prstGeom>
          <a:solidFill>
            <a:srgbClr val="8A4F1A"/>
          </a:solidFill>
          <a:ln w="12700">
            <a:solidFill>
              <a:srgbClr val="D4A9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42062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D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0" y="4206240"/>
            <a:ext cx="1234440" cy="365760"/>
          </a:xfrm>
          <a:prstGeom prst="rect">
            <a:avLst/>
          </a:prstGeom>
          <a:solidFill>
            <a:srgbClr val="8A4F1A"/>
          </a:solidFill>
          <a:ln w="12700">
            <a:solidFill>
              <a:srgbClr val="D4A9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42062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D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GPT-4o-mini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0" y="4206240"/>
            <a:ext cx="1234440" cy="365760"/>
          </a:xfrm>
          <a:prstGeom prst="rect">
            <a:avLst/>
          </a:prstGeom>
          <a:solidFill>
            <a:srgbClr val="8A4F1A"/>
          </a:solidFill>
          <a:ln w="12700">
            <a:solidFill>
              <a:srgbClr val="D4A9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0" y="42062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D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Spoonacular API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0" y="4206240"/>
            <a:ext cx="1234440" cy="365760"/>
          </a:xfrm>
          <a:prstGeom prst="rect">
            <a:avLst/>
          </a:prstGeom>
          <a:solidFill>
            <a:srgbClr val="8A4F1A"/>
          </a:solidFill>
          <a:ln w="12700">
            <a:solidFill>
              <a:srgbClr val="D4A9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0" y="42062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D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B5722A"/>
          </a:solidFill>
          <a:ln w="12700">
            <a:solidFill>
              <a:srgbClr val="B57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problema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886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9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🧅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80160" y="1143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cocino hoy?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5544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3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mas comun al abrir el refri sin inspiracion.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3886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9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834640"/>
            <a:ext cx="822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280160" y="2880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Busquedas en internet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32918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3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genericos, no adaptados a lo que tienes en casa.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1005840"/>
            <a:ext cx="3886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9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0600" y="1097280"/>
            <a:ext cx="822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📖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623560" y="1143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Recetarios fisicos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23560" y="15544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3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Lentos, no filtran por ingredientes disponibles.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2743200"/>
            <a:ext cx="3886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9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0600" y="2834640"/>
            <a:ext cx="822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623560" y="2880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solucion: CocinaAI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23560" y="32918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3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Dile que tienes y recibe recetas mexicanas al instante.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1208"/>
          </a:solidFill>
          <a:ln w="12700">
            <a:solidFill>
              <a:srgbClr val="1C120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Arquitectura de la solucion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920240" cy="1554480"/>
          </a:xfrm>
          <a:prstGeom prst="rect">
            <a:avLst/>
          </a:prstGeom>
          <a:solidFill>
            <a:srgbClr val="F2E4CE"/>
          </a:solidFill>
          <a:ln w="12700">
            <a:solidFill>
              <a:srgbClr val="D4A9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88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Usuario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ingredientes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C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Streamlit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0" y="155448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5722A"/>
                </a:solidFill>
              </a:rPr>
              <a:t>-&gt;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514600" y="1097280"/>
            <a:ext cx="1920240" cy="1554480"/>
          </a:xfrm>
          <a:prstGeom prst="rect">
            <a:avLst/>
          </a:prstGeom>
          <a:solidFill>
            <a:srgbClr val="B5722A"/>
          </a:solidFill>
          <a:ln w="12700">
            <a:solidFill>
              <a:srgbClr val="D4A9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188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Spoonacular API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14600" y="16916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recetas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mexicanas reales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34840" y="155448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5722A"/>
                </a:solidFill>
              </a:rPr>
              <a:t>-&gt;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1920240" cy="1554480"/>
          </a:xfrm>
          <a:prstGeom prst="rect">
            <a:avLst/>
          </a:prstGeom>
          <a:solidFill>
            <a:srgbClr val="1C1208"/>
          </a:solidFill>
          <a:ln w="12700">
            <a:solidFill>
              <a:srgbClr val="D4A9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188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OpenAI GPT-4o-mini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3440" y="16916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y genera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con IA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0" y="155448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5722A"/>
                </a:solidFill>
              </a:rPr>
              <a:t>-&gt;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812280" y="1097280"/>
            <a:ext cx="1920240" cy="1554480"/>
          </a:xfrm>
          <a:prstGeom prst="rect">
            <a:avLst/>
          </a:prstGeom>
          <a:solidFill>
            <a:srgbClr val="D4A96A"/>
          </a:solidFill>
          <a:ln w="12700">
            <a:solidFill>
              <a:srgbClr val="D4A9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12280" y="1188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CocinaAI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12280" y="16916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receta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C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estructurada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926080"/>
            <a:ext cx="8412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4C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Tecnicas de IA aplicadas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429000"/>
            <a:ext cx="54864" cy="914400"/>
          </a:xfrm>
          <a:prstGeom prst="rect">
            <a:avLst/>
          </a:prstGeom>
          <a:solidFill>
            <a:srgbClr val="B5722A"/>
          </a:solidFill>
          <a:ln w="12700">
            <a:solidFill>
              <a:srgbClr val="B572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4290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Engineering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37764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3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con rol, constraints y formato de respuesta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91840" y="3429000"/>
            <a:ext cx="54864" cy="914400"/>
          </a:xfrm>
          <a:prstGeom prst="rect">
            <a:avLst/>
          </a:prstGeom>
          <a:solidFill>
            <a:srgbClr val="B5722A"/>
          </a:solidFill>
          <a:ln w="12700">
            <a:solidFill>
              <a:srgbClr val="B572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29000" y="34290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 Outputs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29000" y="37764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3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Pydantic RecetaInsights con campos tipados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35040" y="3429000"/>
            <a:ext cx="54864" cy="914400"/>
          </a:xfrm>
          <a:prstGeom prst="rect">
            <a:avLst/>
          </a:prstGeom>
          <a:solidFill>
            <a:srgbClr val="B5722A"/>
          </a:solidFill>
          <a:ln w="12700">
            <a:solidFill>
              <a:srgbClr val="B572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34290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 Calling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72200" y="37764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3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LLM decide cuándo llamar Spoonacular API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B5722A"/>
          </a:solidFill>
          <a:ln w="12700">
            <a:solidFill>
              <a:srgbClr val="B57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 Outputs - RecetaInsights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14800" cy="393192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0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RecetaInsights(BaseModel):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nombre: 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377440" y="1325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627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tiempo_minutos: 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377440" y="16276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9293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dificultad: 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377440" y="19293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22311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ingredientes_clave: 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377440" y="22311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List[str]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2532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resumen: 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377440" y="25328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consejo_chef: 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377440" y="2834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31363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sustituciones: 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377440" y="3136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List[str]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34381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apto_para: 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377440" y="34381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List[str]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37398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puntuacion_facilidad: 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377440" y="37398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0" y="914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Structured Outputs?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0" y="1536192"/>
            <a:ext cx="228600" cy="228600"/>
          </a:xfrm>
          <a:prstGeom prst="ellipse">
            <a:avLst/>
          </a:prstGeom>
          <a:solidFill>
            <a:srgbClr val="B5722A"/>
          </a:solidFill>
          <a:ln w="12700">
            <a:solidFill>
              <a:srgbClr val="B572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14630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3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LLM siempre responde con la misma estructura, sin formato impredecible.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2313432"/>
            <a:ext cx="228600" cy="228600"/>
          </a:xfrm>
          <a:prstGeom prst="ellipse">
            <a:avLst/>
          </a:prstGeom>
          <a:solidFill>
            <a:srgbClr val="B5722A"/>
          </a:solidFill>
          <a:ln w="12700">
            <a:solidFill>
              <a:srgbClr val="B572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4920" y="22402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3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Accede a insights.nombre o insights.consejo_chef directamente en Python.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090672"/>
            <a:ext cx="228600" cy="228600"/>
          </a:xfrm>
          <a:prstGeom prst="ellipse">
            <a:avLst/>
          </a:prstGeom>
          <a:solidFill>
            <a:srgbClr val="B5722A"/>
          </a:solidFill>
          <a:ln w="12700">
            <a:solidFill>
              <a:srgbClr val="B572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30175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3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valida los tipos automaticamente. Si falta un campo, falla claro.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3867912"/>
            <a:ext cx="228600" cy="228600"/>
          </a:xfrm>
          <a:prstGeom prst="ellipse">
            <a:avLst/>
          </a:prstGeom>
          <a:solidFill>
            <a:srgbClr val="B5722A"/>
          </a:solidFill>
          <a:ln w="12700">
            <a:solidFill>
              <a:srgbClr val="B572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74920" y="37947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3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respuesta es parseable: perfecta para apps, APIs y dashboards.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1208"/>
          </a:solidFill>
          <a:ln w="12700">
            <a:solidFill>
              <a:srgbClr val="1C120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- Como funciona?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02920" cy="640080"/>
          </a:xfrm>
          <a:prstGeom prst="rect">
            <a:avLst/>
          </a:prstGeom>
          <a:solidFill>
            <a:srgbClr val="B5722A"/>
          </a:solidFill>
          <a:ln w="12700">
            <a:solidFill>
              <a:srgbClr val="B572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05840" y="914400"/>
            <a:ext cx="7772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4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43000" y="960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Ingresa ingredientes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123444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3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"Tengo pollo, chile poblano, crema y cebolla"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874520"/>
            <a:ext cx="502920" cy="640080"/>
          </a:xfrm>
          <a:prstGeom prst="rect">
            <a:avLst/>
          </a:prstGeom>
          <a:solidFill>
            <a:srgbClr val="5C3D0E"/>
          </a:solidFill>
          <a:ln w="12700">
            <a:solidFill>
              <a:srgbClr val="5C3D0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745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05840" y="1874520"/>
            <a:ext cx="7772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4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4300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Spoonacular busca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219456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3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 recetas mexicanas que usen esos ingredientes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502920" cy="640080"/>
          </a:xfrm>
          <a:prstGeom prst="rect">
            <a:avLst/>
          </a:prstGeom>
          <a:solidFill>
            <a:srgbClr val="8A4F1A"/>
          </a:solidFill>
          <a:ln w="12700">
            <a:solidFill>
              <a:srgbClr val="8A4F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8346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005840" y="2834640"/>
            <a:ext cx="7772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4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143000" y="2880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OpenAI analiza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15468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3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 nombre, pasos, consejo de chef y sustituciones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794760"/>
            <a:ext cx="502920" cy="640080"/>
          </a:xfrm>
          <a:prstGeom prst="rect">
            <a:avLst/>
          </a:prstGeom>
          <a:solidFill>
            <a:srgbClr val="1C1208"/>
          </a:solidFill>
          <a:ln w="12700">
            <a:solidFill>
              <a:srgbClr val="1C120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79476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005840" y="3794760"/>
            <a:ext cx="7772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4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143000" y="3840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 en pantalla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3000" y="411480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3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con toda la info lista para cocinar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5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Pruebalo en vivo  -&gt;  share.streamlit.io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B5722A"/>
          </a:solidFill>
          <a:ln w="12700">
            <a:solidFill>
              <a:srgbClr val="B57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B5722A"/>
          </a:solidFill>
          <a:ln w="12700">
            <a:solidFill>
              <a:srgbClr val="B57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0"/>
            <a:ext cx="8503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🌮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20040" y="210312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CocinaAI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320040" y="301752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D4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la mejor receta es la que puedes cocinar hoy.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4297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6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14600" y="4297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6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31920" y="4297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6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Spoonacular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49240" y="4297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6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766560" y="4297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6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2026-04-07T04:49:26Z</dcterms:created>
  <dcterms:modified xsi:type="dcterms:W3CDTF">2026-04-07T04:49:26Z</dcterms:modified>
</cp:coreProperties>
</file>